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36576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123444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</a:rPr>
              <a:t>LEAVEEASE ACADEMIC SUITE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Intelligent Academic Leave &amp;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Resource Management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Comprehensive Technical Presentation for Final Project Evaluation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24688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291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ROLE-BASED WORKFLOW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 · Teacher · HOD · Admin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3200400"/>
            <a:ext cx="24688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291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RESOURCE SCHEDULING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0" y="3520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Doctor-Appointment Style Booking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3200400"/>
            <a:ext cx="24688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3291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3520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React 18 + Node.js + MongoDB Atlas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Key Areas: 1. Project Methodology  |  2. Implementation  |  3. Results &amp; Analysis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1. PROJECT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Executive Summary &amp; 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Addressing structural inefficiencies in legacy collegiate administrative processes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LeaveEase · Academic Leave &amp; Resource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 Project Evaluation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4688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246888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190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Conventional Paper Processes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Manual physical leave application slips easily misplaced or delayed.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Paper trails lack real-time auditability and centralized record keeping.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Physical signature bottlenecks when faculty or HOD are unavailable.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Absence of automated notifications for pending student requests.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554480"/>
            <a:ext cx="24688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554480"/>
            <a:ext cx="246888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7190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Resource Allocation Friction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1488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Green Card study slots and discussion rooms booked on manual registers.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Frequent double-booking and lack of real-time seat availability visibility.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Booking past dates or unavailable slots due to absence of dynamic date controls.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Classroom schedule conflicts during exam and lecture allocations.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1554480"/>
            <a:ext cx="24688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554480"/>
            <a:ext cx="246888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7190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The LeaveEase 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80760" y="21488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Zero-paper 2-tier sequential approval engine (Teacher -&gt; HOD).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Appointment-style calendar: auto current-month lock &amp; past-date suppression.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Collision-free O(N) interval scheduling for classrooms and study slots.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Accredited tamper-evident institutional leave certificates.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1. PROJECT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3-Tier System Architecture &amp; Persistence Strategy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Decoupled, high-performance architecture with offline-resilient hybrid data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LeaveEase · Academic Leave &amp; Resource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 Project Evaluation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109728" cy="8961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6276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Presentation Tier (Client)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1627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React 18 + TypeScript + Vite + Tailwind CSS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1874520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Component-Driven Architecture (CDA) delivering instant client rendering, responsive layout across mobile and desktop, strict type checking, and modular UI components.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2176272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ApplyLeavePage &amp; History   ·   Doctor-Style DatePicker   ·   GreenCard Slot Booking   ·   Classroom Schedule Matrix   ·   Institutional Certificate View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2578608"/>
            <a:ext cx="768096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578608"/>
            <a:ext cx="109728" cy="8961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651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Application &amp; Business Logic Tier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2651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Node.js + Express.js REST API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898648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Stateless REST API micro-routes handling authentication, permission policies, scheduling collision algorithms, sequential approvals, and validation engines.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3200400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/api/auth (RBAC &amp; Hashing)   ·   /api/leaves (Sequential Review)   ·   /api/greencard (Realtime Capacity)   ·   /api/classrooms (Conflict Detection)   ·   Server Date Integrity Guard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3602736"/>
            <a:ext cx="768096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602736"/>
            <a:ext cx="109728" cy="89611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6758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Data &amp; Persistence Tier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0" y="36758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MongoDB Atlas + Offline-Safe Storage Sync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3922776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Dual persistence strategy combining cloud MongoDB Atlas document collections with high-speed client-side storage fallback to guarantee zero data loss.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" y="4224528"/>
            <a:ext cx="7223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Users &amp; Credentials Collection   ·   LeaveRequests Collection   ·   GreenCardSlots &amp; Bookings   ·   Classroom Schedules Collection   ·   Notifications Audit Trail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1. PROJECT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Algorithmic Formulations &amp; Computational Logic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Mathematical and logical algorithms ensuring scheduling integrity and strict verification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LeaveEase · Academic Leave &amp; Resource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 Project Evaluation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276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1. Collision &amp; Overlap Detection Algorithm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627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O(N) Complexity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1883664"/>
            <a:ext cx="73152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8836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Overlap(S1, E1, S2, E2) = (timeToMin(S1) &lt; timeToMin(E2)) &amp;&amp; (timeToMin(E1) &gt; timeToMin(S2))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1671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Guarantees zero double-booking in study slots and classroom bookings by converting HH:MM to integer minutes elapsed since midnight and executing strict interval overlap evaluations.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578608"/>
            <a:ext cx="7680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6517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2. Multi-Stage Sequential State Machine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651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State Hierarchy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" y="2907792"/>
            <a:ext cx="73152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9077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 -&gt; [Teacher: Approve/Reject] -&gt; [HOD: Approve/Reject] -&gt; Final(Approved/Rejected)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19125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Enforces strict organizational hierarchy. Rejection at teacher tier immediately terminates request with decision note. HOD tier activates only after verified teacher sign-off.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602736"/>
            <a:ext cx="76809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6758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3. Dynamic Calendar Boundary Lock Algorithm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6758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Date Guard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3931920"/>
            <a:ext cx="7315200" cy="256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93192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isPrevDisabled(Yv, Mv) &lt;=&gt; (Yv &lt; Ymin) || (Yv = Ymin &amp;&amp; Mv &lt;= Mmin - 1)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42153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Locks calendar view to current month, permanently disables prior month navigation, visually suppresses past days, and validates all selected dates on both frontend and backend APIs.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1. PROJECT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End-to-End System Workflows &amp; User Lifecycles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Structured operational sequence for leave applications and study slot reservations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LeaveEase · Academic Leave &amp; Resource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 Project Evaluation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70332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3703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7190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Student Leave Approval Workflow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057400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1. Student specifies Leave Type, Start &amp; End Date, Reason (past dates blocked).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2. System validates dates and creates Pending request with timestamp.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3. Notifications dispatched to Department Faculty in real-time.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4. Teacher reviews duration &amp; reason: Approves or Rejects with note.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5. HOD reviews teacher-approved application for final institutional decision.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6. Approved: System generates Verified Official Certificate with QR/Seal.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554480"/>
            <a:ext cx="370332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554480"/>
            <a:ext cx="370332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7190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Green Card Slot Booking Workflow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1. User accesses Book a Slot interface: Calendar opens to Current Month.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2. Past months navigation locked; prior dates visually disabled.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3. User selects Today or any Future Date (e.g. library session, lab practice).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4. System renders available time slots exclusively for selected date.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5. Real-time capacity bar checks seats: instantaneous seat reservation.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4155"/>
                </a:solidFill>
              </a:rPr>
              <a:t>6. System records booking and updates remaining capacity dynamically.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2.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Technology Stack &amp; Development Framework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Modern enterprise web development toolchain ensuring speed, type safety, and scalability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LeaveEase · Academic Leave &amp; Resource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 Project Evaluation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4688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24688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190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Frontend 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1031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React 18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2860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Component-based dynamic UI rendering &amp; hooks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" y="2578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TypeScript 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7614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Compile-time static type checking &amp; safety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30540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Tailwind CSS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2369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Utility-first modern styling &amp; responsiveness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68680" y="35295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Lucide Icons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7124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High-clarity SVG icon library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68680" y="400507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Vite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41879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Next-generation ultra-fast bundler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37560" y="1554480"/>
            <a:ext cx="24688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1554480"/>
            <a:ext cx="24688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17190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Backend &amp; Services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21031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Node.js 24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22860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High-performance JavaScript runtime environment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0" y="2578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Express.js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27614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Robust routing framework for modular REST APIs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0" y="30540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Mongoose ODM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0" y="32369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Schema validation &amp; MongoDB connection modeling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0" y="35295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CORS &amp; Headers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0" y="37124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Cross-origin security &amp; cache-control policies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74720" y="400507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CSV Exporter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41879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Automated administrative audit &amp; CSV generation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0" y="1554480"/>
            <a:ext cx="24688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1554480"/>
            <a:ext cx="246888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6080760" y="17190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Database &amp; Infrastructure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80760" y="21031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MongoDB Atlas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22860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Fully managed distributed cloud document database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080760" y="25786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LocalStorage Cache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27614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Quota-safe client storage fallback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80760" y="30540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Git &amp; GitHub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32369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Branch-based source control &amp; synchronized sync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080760" y="35295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Render Cloud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80760" y="37124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Zero-downtime production deployment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080760" y="400507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ESLint &amp; Prettier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80760" y="41879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Enforced code standards and lint rules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2.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Developed Modules &amp; Architectural Decomposition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Modular structure separating domain concerns, permissions, and service operations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LeaveEase · Academic Leave &amp; Resource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 Project Evaluation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74904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91440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Module 1: Authentication &amp; RBAC Engine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Role-based access partitioning: Student, Teacher, HOD, and Administrator.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Secure password hashing with unique salt generation and session storage.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Protected routes and conditional UI components based on authenticated role.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374904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554480"/>
            <a:ext cx="91440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Module 2: Leave Application &amp; Tiered Review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Streamlined application form: Type, Start/End dates, and Reason.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Removed unnecessary document submission barrier for friction-free student experience.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Two-stage approval matrix: Teacher initial check followed by HOD final ratification.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374904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017520"/>
            <a:ext cx="91440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090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Module 3: Doctor-Appointment Slot Booking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33832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Interactive calendar locking view to current month; disables past date selection.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Real-time seat calculation: decrements seat availability upon student booking.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Single-click booking cancellation and self-service student reservation history.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3017520"/>
            <a:ext cx="374904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017520"/>
            <a:ext cx="91440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090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Module 4: Classroom Management &amp; Audit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33832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Classroom availability inspector across Block A, B, and C rooms with capacity metrics.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Collision engine preventing overlapping lecture schedules in the same room.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</a:rPr>
              <a:t>One-click administrative CSV data export for institutional compliance.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2.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Core Functionalities &amp; User Interface Highlights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Demonstration of intuitive interfaces designed for high usability and friction-free navigation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LeaveEase · Academic Leave &amp; Resource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 Project Evaluation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74904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3749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Apply for Leave Interface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66420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Frictionless &amp; Fast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199339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Students submit leave with real-time field validation. Start date and End date fields integrate dynamic date controls. End date cannot be earlier than start date.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374904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554480"/>
            <a:ext cx="37490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Faculty Approval Console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166420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Multi-Tier Review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199339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Teachers and HODs review requests with student details, leave category, and stated reason. One-click Approve/Reject with optional decision notes and CSV export.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374904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017520"/>
            <a:ext cx="37490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127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Appointment Slot Booking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312724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Real-Time Capacity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68680" y="345643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Select booking date using appointment calendar. Renders available slots for selected date. Visual progress bars communicate remaining seats in real time.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017520"/>
            <a:ext cx="3749040" cy="132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017520"/>
            <a:ext cx="37490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127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Accredited Leave Certificate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312724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Official Proof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0600" y="345643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For approved leaves, system dynamically renders an official verifiable institutional certificate complete with digital college seal, faculty sign-off, and download option.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2. 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Technical Innovation: Doctor-Appointment DatePicker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Custom component engineered to prevent past-date selection and lock month navigation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LeaveEase · Academic Leave &amp; Resource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 Project Evaluation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4688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24688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190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1. Dynamic Month Navigation Lock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Previous Month (&lt;) button automatically disabled when viewing current month.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User can navigate to future months (&gt;), but cannot navigate prior to current month.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When returning from future month, (&lt;) locks immediately upon reaching current month.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1554480"/>
            <a:ext cx="24688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554480"/>
            <a:ext cx="24688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7190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2. Visual Past-Date Suppression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74720" y="21488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All dates prior to today (d &lt; today) are visually grayed out with strikethrough.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Disabled days have cursor-not-allowed and clicking triggers a strict no-op.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Today date is highlighted with navy border; selected date highlighted in solid navy.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1554480"/>
            <a:ext cx="246888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554480"/>
            <a:ext cx="24688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7190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3. Full-Stack Integrity Guard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80760" y="21488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Frontend validation catches and rejects any manual date tampering.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Client AppContext bookSlot &amp; addLeaveRequest verify d &gt;= today in memory.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Express backend routes return HTTP 400 Bad Request if past date is submitted.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3. RESULTS &amp;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System Outputs &amp; Concrete Deliverables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Measurable operational outcomes delivered across academic departments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LeaveEase · Academic Leave &amp; Resource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 Project Evaluation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1810512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181051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3736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Paperless Leave Lifecycle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16276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Completely eliminated paper leave request slips, physical transit delays, and manual sign-off sheets across departments.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70048" y="1554480"/>
            <a:ext cx="1810512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70048" y="1554480"/>
            <a:ext cx="181051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2670048" y="173736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761488" y="237744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Resource Double-Booking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61488" y="2880360"/>
            <a:ext cx="16276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Mathematical interval collision algorithms achieved zero double-booking occurrences in study slots and classrooms.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08576" y="1554480"/>
            <a:ext cx="1810512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554480"/>
            <a:ext cx="181051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608576" y="173736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&lt; 2 hrs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00016" y="237744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Average Decision Turnaround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0016" y="2880360"/>
            <a:ext cx="16276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Automated notification routing reduced faculty review turnaround from 3–5 days down to under 2 hours.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47104" y="1554480"/>
            <a:ext cx="1810512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47104" y="1554480"/>
            <a:ext cx="1810512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547104" y="173736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100%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638544" y="2377440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Audit Trail Retention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38544" y="2880360"/>
            <a:ext cx="16276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Every application, approval step, timestamp, and decision note securely recorded in cloud database with CSV export.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3. RESULTS &amp;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Performance Evaluation &amp; Benchmark Metrics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Quantitative benchmarks validating high responsiveness, lightweight footprint, and stability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LeaveEase · Academic Leave &amp; Resource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 Project Evaluation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749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276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Client Bundle Size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91840" y="162763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Optimal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1874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386 KB JS / 49 KB CSS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148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Target: &lt; 500 KB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554480"/>
            <a:ext cx="3749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55448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62763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Gzip Transfer Size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23760" y="162763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Optimal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00600" y="18745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95 KB compressed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148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Target: &lt; 150 KB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2560320"/>
            <a:ext cx="3749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56032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26334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Initial Page Load Time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263347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Superior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8680" y="28803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&lt; 0.8 seconds (FCP)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1546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Target: &lt; 1.5s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560320"/>
            <a:ext cx="3749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56032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26334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API Response Latency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23760" y="263347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Real-time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00600" y="28803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25 ms - 45 ms average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31546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Target: &lt; 100ms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1520" y="3566160"/>
            <a:ext cx="3749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356616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36393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Collision Check Time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291840" y="36393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Instant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68680" y="3886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O(N) search: &lt; 2 ms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" y="41605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Target: &lt; 10ms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3566160"/>
            <a:ext cx="37490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56616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36393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TypeScript Type Safety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223760" y="3639312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100% Passed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00600" y="3886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0 compilation errors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00600" y="41605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Strict tsc --noEmit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3. RESULTS &amp;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Comparative Evaluation: Traditional vs. LeaveEase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Direct comparison against legacy manual methods across critical institutional parameters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LeaveEase · Academic Leave &amp; Resource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 Project Evaluation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7680960" cy="301752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2286000"/>
                <a:gridCol w="1645920"/>
              </a:tblGrid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Evaluation Dimension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Traditional Manual Method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LeaveEase Automated System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Outcome / Impact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Leave Application Flow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Physical paper slip submission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Digital submission with instant routing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Eliminated transit &amp; loss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Review Hierarchy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Single teacher or unverified sign-off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Enforced 2-tier: Teacher -&gt; HOD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Strict governance &amp; review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Date Integrity &amp; Selection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Past/invalid dates easily written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Doctor-style DatePicker locks past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100% valid date range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Slot Double Booking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Frequent due to paper register lag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Real-time capacity tracking &amp; lock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Zero double bookings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Turnaround Duration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3 to 5 working days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Under 2 hours average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90%+ time reduction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Audit &amp; Accreditations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Physical registers subject to damage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Cloud database + CSV export + Certs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Full NAAC/NBA compliance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CONCLUSION &amp; FUTURE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5836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Summary of Achievements &amp; Future Roadmap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Concluding summary of current accomplishments and envisioned future extensions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LeaveEase · Academic Leave &amp; Resource Management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Final Project Evaluation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70332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370332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7190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Key Project Accomplishments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057400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Fully operational, responsive web application serving Students, Teachers, HODs, and Admins.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Novel doctor-appointment style calendar component enforcing strict current/future month constraints.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Deterministic interval collision algorithm preventing room and study slot conflicts.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Dual-resilient storage architecture syncing local client cache with MongoDB Atlas cloud.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Production-ready bundle with zero TypeScript compilation warnings and cloud auto-deploy.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554480"/>
            <a:ext cx="370332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554480"/>
            <a:ext cx="37033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7190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Envisioned Future Roadmap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057400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SMS &amp; WhatsApp Notifications: Integration with Twilio/WhatsApp API for mobile push alerts.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Biometric QR Scanning: Dynamic QR verification at library gates for instant student check-in.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AI-Powered Attendance Predictor: Machine learning forecasting student attendance deficit risks.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Enterprise Single Sign-On (SSO): Integration with Google Workspace and Microsoft Azure AD.</a:t>
            </a:r>
            <a:endParaRPr lang="en-US" sz="9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Native Mobile Application: Packaging via React Native / Capacitor for offline mobile apps.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36576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1234440" y="960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B6D4"/>
                </a:solidFill>
              </a:rPr>
              <a:t>LEAVEEASE ACADEMIC SUITE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Thank You!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Questions &amp; Evaluation Discussion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The project is fully compiled, tested, and production-deployed with active cloud synchronization.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76809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520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Project Repository &amp; Documentation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7673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GitHub: https://github.com/rashamariyam/Rasha.git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Branch: main | Status: Clean &amp; Synchronized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0" y="35204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Tech Stack Summary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37673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React 18 · TypeScript · Vite · Tailwind CSS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Node.js Express REST API · MongoDB Atlas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14</Slides>
	<Notes>14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14</vt:i4></vt:variant>
		</vt:vector>
	</HeadingPairs>
	<TitlesOfParts>
		<vt:vector size="17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
		</vt:vector>
	</TitlesOfParts>
	<Company>Department of Computer Science & Engineering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LeaveEase - Project Evaluation Presentation</dc:title>
  <dc:subject>Academic Leave and Resource Management System</dc:subject>
  <dc:creator>LeaveEase Project Team</dc:creator>
  <cp:lastModifiedBy>LeaveEase Project Team</cp:lastModifiedBy>
  <cp:revision>1</cp:revision>
  <dcterms:created xsi:type="dcterms:W3CDTF">2026-10-29T09:33:07Z</dcterms:created>
  <dcterms:modified xsi:type="dcterms:W3CDTF">2026-10-29T09:33:07Z</dcterms:modified>
</cp:coreProperties>
</file>